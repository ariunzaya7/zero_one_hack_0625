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af0c9344b94b96" /><Relationship Type="http://schemas.openxmlformats.org/officeDocument/2006/relationships/extended-properties" Target="/docProps/app.xml" Id="R450cda3220f04e09" /><Relationship Type="http://schemas.openxmlformats.org/officeDocument/2006/relationships/officeDocument" Target="/ppt/presentation.xml" Id="R7713edb489bd4b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d11b4ff8644499"/>
  </p:sldMasterIdLst>
  <p:notesMasterIdLst>
    <p:notesMasterId xmlns:r="http://schemas.openxmlformats.org/officeDocument/2006/relationships" r:id="R500aab01b8264fe1"/>
  </p:notesMasterIdLst>
  <p:sldIdLst>
    <p:sldId xmlns:r="http://schemas.openxmlformats.org/officeDocument/2006/relationships" id="256" r:id="R47df23589f314daa"/>
    <p:sldId xmlns:r="http://schemas.openxmlformats.org/officeDocument/2006/relationships" id="257" r:id="R9cd6d0f9af734f44"/>
    <p:sldId xmlns:r="http://schemas.openxmlformats.org/officeDocument/2006/relationships" id="258" r:id="Ra50b15a28ed34e8c"/>
    <p:sldId xmlns:r="http://schemas.openxmlformats.org/officeDocument/2006/relationships" id="259" r:id="Ra7d9a4f0b75148d7"/>
    <p:sldId xmlns:r="http://schemas.openxmlformats.org/officeDocument/2006/relationships" id="260" r:id="Rb05511278a264c8c"/>
    <p:sldId xmlns:r="http://schemas.openxmlformats.org/officeDocument/2006/relationships" id="261" r:id="R55b85b030b574f1f"/>
    <p:sldId xmlns:r="http://schemas.openxmlformats.org/officeDocument/2006/relationships" id="262" r:id="Rbec4538a0e984a66"/>
    <p:sldId xmlns:r="http://schemas.openxmlformats.org/officeDocument/2006/relationships" id="263" r:id="R7b0c575e366343d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d11b4ff8644499" /><Relationship Type="http://schemas.openxmlformats.org/officeDocument/2006/relationships/theme" Target="/ppt/theme/theme1.xml" Id="Rb0e28891ea31420a" /><Relationship Type="http://schemas.openxmlformats.org/officeDocument/2006/relationships/notesMaster" Target="/ppt/notesMasters/notesMaster1.xml" Id="R500aab01b8264fe1" /><Relationship Type="http://schemas.openxmlformats.org/officeDocument/2006/relationships/presProps" Target="/ppt/presProps.xml" Id="Rf6d86733863d435d" /><Relationship Type="http://schemas.openxmlformats.org/officeDocument/2006/relationships/viewProps" Target="/ppt/viewProps.xml" Id="R147059ee84054271" /><Relationship Type="http://schemas.openxmlformats.org/officeDocument/2006/relationships/tableStyles" Target="/ppt/tableStyles.xml" Id="Rb51a0cea982446ea" /><Relationship Type="http://schemas.openxmlformats.org/officeDocument/2006/relationships/slide" Target="/ppt/slides/slide1.xml" Id="R47df23589f314daa" /><Relationship Type="http://schemas.openxmlformats.org/officeDocument/2006/relationships/slide" Target="/ppt/slides/slide2.xml" Id="R9cd6d0f9af734f44" /><Relationship Type="http://schemas.openxmlformats.org/officeDocument/2006/relationships/slide" Target="/ppt/slides/slide3.xml" Id="Ra50b15a28ed34e8c" /><Relationship Type="http://schemas.openxmlformats.org/officeDocument/2006/relationships/slide" Target="/ppt/slides/slide4.xml" Id="Ra7d9a4f0b75148d7" /><Relationship Type="http://schemas.openxmlformats.org/officeDocument/2006/relationships/slide" Target="/ppt/slides/slide5.xml" Id="Rb05511278a264c8c" /><Relationship Type="http://schemas.openxmlformats.org/officeDocument/2006/relationships/slide" Target="/ppt/slides/slide6.xml" Id="R55b85b030b574f1f" /><Relationship Type="http://schemas.openxmlformats.org/officeDocument/2006/relationships/slide" Target="/ppt/slides/slide7.xml" Id="Rbec4538a0e984a66" /><Relationship Type="http://schemas.openxmlformats.org/officeDocument/2006/relationships/slide" Target="/ppt/slides/slide8.xml" Id="R7b0c575e366343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56bfba986a147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400d17c10f4b5e" /><Relationship Type="http://schemas.openxmlformats.org/officeDocument/2006/relationships/notesMaster" Target="/ppt/notesMasters/notesMaster1.xml" Id="R443fb617b52e4e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4dabb381c747e7" /><Relationship Type="http://schemas.openxmlformats.org/officeDocument/2006/relationships/notesMaster" Target="/ppt/notesMasters/notesMaster1.xml" Id="R9dd18f5f48c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170d8e7c534069" /><Relationship Type="http://schemas.openxmlformats.org/officeDocument/2006/relationships/notesMaster" Target="/ppt/notesMasters/notesMaster1.xml" Id="R46689631ea034d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9d3368e9fc48e5" /><Relationship Type="http://schemas.openxmlformats.org/officeDocument/2006/relationships/notesMaster" Target="/ppt/notesMasters/notesMaster1.xml" Id="R19c874ba9b9446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4f654ea3334d8f" /><Relationship Type="http://schemas.openxmlformats.org/officeDocument/2006/relationships/notesMaster" Target="/ppt/notesMasters/notesMaster1.xml" Id="R24d2d787d5af4c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3a053134f74f52" /><Relationship Type="http://schemas.openxmlformats.org/officeDocument/2006/relationships/notesMaster" Target="/ppt/notesMasters/notesMaster1.xml" Id="R3bb43fde86d247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339985709f43fa" /><Relationship Type="http://schemas.openxmlformats.org/officeDocument/2006/relationships/notesMaster" Target="/ppt/notesMasters/notesMaster1.xml" Id="R2e66c1cd9b3a49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c7795e03794659" /><Relationship Type="http://schemas.openxmlformats.org/officeDocument/2006/relationships/notesMaster" Target="/ppt/notesMasters/notesMaster1.xml" Id="R49564597845d47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91c7bfb2b64f1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b57dbad4ab2446c" /><Relationship Type="http://schemas.openxmlformats.org/officeDocument/2006/relationships/slideLayout" Target="/ppt/slideLayouts/slideLayout2.xml" Id="R45c915a53f6042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c915a53f6042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6203d190b14295" /><Relationship Type="http://schemas.openxmlformats.org/officeDocument/2006/relationships/notesSlide" Target="/ppt/notesSlides/notesSlide1.xml" Id="R808ff288a91649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08c3d9525f4137" /><Relationship Type="http://schemas.openxmlformats.org/officeDocument/2006/relationships/notesSlide" Target="/ppt/notesSlides/notesSlide2.xml" Id="Rf8091fcd332e4b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1cc92b3dde4c22" /><Relationship Type="http://schemas.openxmlformats.org/officeDocument/2006/relationships/notesSlide" Target="/ppt/notesSlides/notesSlide3.xml" Id="R6b079ead0cd84e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2bb4f0ce1d46cf" /><Relationship Type="http://schemas.openxmlformats.org/officeDocument/2006/relationships/notesSlide" Target="/ppt/notesSlides/notesSlide4.xml" Id="Rca4397774fc649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5e4687cff74db9" /><Relationship Type="http://schemas.openxmlformats.org/officeDocument/2006/relationships/notesSlide" Target="/ppt/notesSlides/notesSlide5.xml" Id="Rdfce22e1b6e540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7a56659b314dce" /><Relationship Type="http://schemas.openxmlformats.org/officeDocument/2006/relationships/notesSlide" Target="/ppt/notesSlides/notesSlide6.xml" Id="Rbc70dfd0f7734d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b3f5e7d7314419" /><Relationship Type="http://schemas.openxmlformats.org/officeDocument/2006/relationships/notesSlide" Target="/ppt/notesSlides/notesSlide7.xml" Id="Rff0822c2008e42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92fc823ebd40d0" /><Relationship Type="http://schemas.openxmlformats.org/officeDocument/2006/relationships/notesSlide" Target="/ppt/notesSlides/notesSlide8.xml" Id="R9872a06bea6a4f7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18E27C-5D0D-43C7-AE93-1C34C7B9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D22AA-EDB5-4723-A09F-FFD61229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17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76555-0A9A-47F0-AA21-3FD4DF3B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DFF5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3C266-723B-413C-9BF5-7A11CFCA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TEAM KREMSIANS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F3EB3-DA5B-473F-82BF-FEE2EC5D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57200"/>
            <a:ext cx="1285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0">
            <a:solidFill>
              <a:srgbClr val="DCEAF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44662-A6A4-4698-8B31-CB72596F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514350"/>
            <a:ext cx="1057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INDUSTRIAL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C6253-CD95-497C-B70E-3D1E7BC5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781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Learning semiconductor process logic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A0C0D-BE89-441E-8A59-113872D0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 from-scratch, step-token GPT predicts next steps and completions; a rule validator handles anomalies with explicit process-rule attribution.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35A5A7-4AF2-4ADC-8699-25822FDE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B72FFC-D12E-46A4-9F6C-11FA0E8A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0.722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EB942-11BC-44F1-B345-7CE1505B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OOD Top-1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3BCDD-CBBD-48B1-A254-EA01306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 12 / test 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4B5B18-4AFB-4087-B74E-B1DD8030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05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6AC3F-07DC-4913-A6C1-E768DFFA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76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0.999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7C0E7-963B-4FC7-AC81-3D51532F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05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OOD Top-5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AD8AC-9464-4753-8318-6FDABAD9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05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family-wise avg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29DED8-A847-4FFE-9851-70365BE7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905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6308DC-729F-400F-B374-AB44FB3B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76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0.263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175695-7A6B-41B6-B970-EE49C33A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05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2 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59CBF0-71A4-4D5B-A5E4-F7AAFE7E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05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lower is better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E39785-7562-422F-AD11-DA4A16A1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05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19ACE-5C22-4DB3-9AA6-619B4B4B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1.00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E8A524-0A32-4D8D-B654-E283A1F3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05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3 F1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B373E2-028B-484F-89C3-5B55D0E0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05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rule validator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8084A8-51D3-4F66-B169-87D1CE03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57175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E10754-2099-42B7-BACA-2DE14FD7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28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Final package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41DF62-E7A1-488F-9C97-B46002D5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43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507B81-1A99-44EF-914C-B61342B6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955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nextstep.csv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DB1568-D1AC-4EB2-B746-9A7E5FD7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24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411724-51B4-4847-8313-8392FDBB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765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completion.csv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A4C183-5497-4048-B6BD-8FA771E3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05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A66351-6FDF-44B1-9E10-3B7C0D38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575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anomaly.csv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F38BDB-29C0-4B87-A25F-1E9C17CE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86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8C74E4-2146-496E-9DE6-B9CCBEA7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8385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trained checkpoint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E61833-F88E-4106-9F6E-3E645362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67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32C953-A3DC-478A-8C4F-8D6F69BC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195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score reports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61ED90-8D52-455C-9FEC-4C1CDD73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5852167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B5A922-6FF3-43AA-A3B9-20AE641A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2AC61-239C-4362-B838-FA9D721B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challenge is three outputs from one process prefix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0DD0D-A622-4EAD-A379-5FE9AC2C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jury scores files, but the engineering problem is process grammar generalization.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CFADF-F71B-485B-85AA-B0D9310C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5F7E9-0B03-48C0-BB16-A190F196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190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8AEBC-7244-4EFC-90C2-5712C0AD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885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Partial process sequence</a:t>
            </a:r>
          </a:p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60% or 80% observed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8807C8-616D-4FBE-927D-0CDCE1C4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9555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9C8CC-754E-41CA-8002-7D8ABFCF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6421E-C88A-4328-9B75-DD2CA4AA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383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C4CF7-F6C3-4B03-897F-86A1FAB4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71650"/>
            <a:ext cx="1790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1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next-step top-5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nextstep.csv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C74AC-5A96-4186-9FE6-1D73A82E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09875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ECA54-A6EA-4481-B87B-044043AD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43225"/>
            <a:ext cx="1790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2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remaining sequence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completion.csv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74082-7DA2-49BF-AB1E-322FF544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98145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51B02-74BE-4943-A1CE-3EEF5A0B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114800"/>
            <a:ext cx="1790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3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validity + rule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anomaly.csv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63CFE-4C76-43FE-9BC3-E8718A9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9555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8E2EF3-2B3B-404B-9BA8-574A4E7B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479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1E6A4-6DEF-479E-9589-E1F65E39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7335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97AA84-8DBF-4FE8-AD76-426FCC86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38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Design principle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030AA-3C6D-4233-9190-C457CF73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52412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Use learned sequence modeling where the output is probabilistic, and deterministic rule logic where the process rules are explicit.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4C642-5F89-4762-8F7C-DF263605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90525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No official eval sequence is used as training data.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19A1C8-DF4F-471C-B5D0-6F1835EC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300704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DA02E9-77D1-471A-A359-2EBDFE55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7FC43-D057-4AE8-B625-90EBABAF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What we built: a small process model, not a generic LLM wrapper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96422F-2BAA-4DE4-B065-B6F184AB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Each process step is one token, so training optimizes exactly the scored unit.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A8ED3-C3DF-4F25-9DC9-8A6B96DE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9D24CB-E3FA-4422-A043-68BB11EC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2BF2F7-EC63-44F4-8FD8-BAB878BC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1695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Training data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 organizer families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+ 9 synthetic train families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A24C3-D0B8-489F-82F1-D8276CD1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47950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6BBC2-87A8-4F26-9113-6CB693A0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003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27BA3-6A54-4F42-AD46-D6B3EA54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95500"/>
            <a:ext cx="2190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F7F4D-584D-4DDA-A248-1F6D8048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28850"/>
            <a:ext cx="1885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Step tokenizer</a:t>
            </a:r>
          </a:p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 fab step = 1 token</a:t>
            </a:r>
          </a:p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closed process vocabulary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9C4FA5-6678-4CD9-B68A-7CB5269D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47950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BE79D-77A3-4000-AC14-B90490C5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003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442FBE-BEAA-4A1D-BBCC-C5C1B409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28E45C-6BC8-4E97-B886-B0FEA7DE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2885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GPT decoder</a:t>
            </a:r>
          </a:p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21.5M params</a:t>
            </a:r>
          </a:p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trained from scratch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5503B-3035-46B8-B313-E963BF5E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647950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AB5EF-7C54-4666-A872-5D969B43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003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CCA771-BABF-4D84-9504-603EE357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95500"/>
            <a:ext cx="1619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C0CCE3-79AC-4091-87C5-90514067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22885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CSV outputs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next-step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58535F-0D16-4FFB-92D2-88A7D6AD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957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D3C066-3625-457B-95BC-9B518A07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43400"/>
            <a:ext cx="800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Anomaly path: organizer process rules -&gt; deterministic validator -&gt; validity, score, and official rule name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0F989-9599-4A97-9AC3-F330C0BD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n-gram baseline remains in the repo as a dependency-light fallback and an honest comparator.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D46B9-03FE-417D-883B-E9884BCB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67083864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D87134-5369-466D-9C44-E863758F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D7EE4-A39D-4E48-9D2F-F5641604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We evaluate for hidden-family behavior, not just self-eval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A5F31-9182-4ADE-9BEA-395CDC24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final decision protocol is train on 12 families and report the average over 3 unseen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32DFC-A0D3-4027-B96D-B22ED0E0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9C78A-5AB2-4769-B137-A1280388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C3C00-C3CE-4F01-B011-14505DDF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20288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Known organizer families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MOSFET, IGBT, 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A085F4-27CF-43F2-86C5-14F4CF1F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19375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99109-DE74-44FE-BD24-8D52BEE7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71750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0BEA2-0BAA-4957-8549-3172492B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90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4DD87-7397-426A-97F0-7B20642E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324100"/>
            <a:ext cx="20288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Synthetic train families</a:t>
            </a:r>
          </a:p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scfam01-scfam09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9B102-557D-4988-BCEC-72B61136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19375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F97D61-8CBF-456A-8991-418C4E97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571750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99EAD-110D-440F-9686-DAE1D106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BED461-023D-4ED4-83B3-03928E8B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24100"/>
            <a:ext cx="20288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Held-out OOD families</a:t>
            </a:r>
          </a:p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scfam10-scfam12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DB5BF-4048-444B-BE0E-CD44F7CF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5280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C88D90-CE4B-4271-9BB9-C93FAA40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7C4FC-5520-4416-AA3D-1B951F57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528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Test unseen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AAEEDB-338C-456A-B357-FC4FDADA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6766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9EF70-5D56-454B-9CE2-20D55E37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76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0BA7A2-B3A0-488E-8655-67F770DA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48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5A4F25-8D0F-4E45-BE4A-187364B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76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Families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DBFFD5-93E7-47F2-BCE7-E89623BD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276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total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DEED2A-8B81-40A8-A456-D982C98B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D7AFE3-B074-43AB-96B4-8B7D3EE0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648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C9F46C-31A2-426F-A06C-7FA2EC39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76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DEF3C1-7DB3-48EF-8AF8-E75F76D4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276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families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D72BF8-71C3-4C8A-B967-2097F938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476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5B4B24-C24A-4DA5-9EE7-DD5A4119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648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4B610B-1F85-4156-AFC7-8E87BEBE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76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OOD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24004D-D588-4E91-A175-3E60484A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276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families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D4CAF3-8F67-4325-8E5D-E4E3BC0A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76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6CECB4-5C33-4BA5-A429-A72F818B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882ACA-3491-498A-AFF2-57644951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76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 eval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7C346-E29A-4B1D-8A10-3AC08488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276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training rows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672CD3-605C-410C-9AA1-E54373C8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2265762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079DE8-9857-4023-B776-2AA43F0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A3A85-1115-40CF-BC50-D2DD7C2A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trained model improves the scored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90BD6-2F93-466F-A543-FC638BA1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Organizer scorer on our self-eval split, plus the frozen 15-family OOD benchmark.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F6C626-4466-4B8B-B1DD-BBF67106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0B362-71C7-434E-80FF-6E22A8C7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solidFill>
              <a:srgbClr val="FFF3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E9BD1-B05B-4719-85C1-A83BE441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46685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amber = n-gram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9DB77-956B-40B9-8988-9E60C101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097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0">
            <a:solidFill>
              <a:srgbClr val="DCEAF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74007-060B-401C-AFB9-082F00BA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4668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blue = trained GPT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08452-E7AA-48BA-8B10-4D5629FC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1 Top-1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12A80-65D0-4CA2-AF93-E4E60ACD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0025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6ED63-F261-4E0A-BEE7-56AE50F8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002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38E4A-4B1A-4CCB-A1D3-1C5CDD92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0980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8F856E-2752-4CDB-ABF4-C5911FC4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09800"/>
            <a:ext cx="2076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68CD71-E555-406E-B80A-CEA74A5C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9716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0.575 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227FA0-017C-4D3D-8A68-DDEC5C2B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8122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0.661 GPT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28F95-AB4A-49FD-AE34-AFF231B6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90825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1 Top-5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07405-0904-4579-8E28-3095F710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09875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66D94-46FE-464E-B626-EC622C32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09875"/>
            <a:ext cx="30765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A3DE0-B6FF-42A7-BA57-728ACE12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19425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CFAE1-B746-4B0A-BC55-33068C9B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19425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149D10-07E1-483F-91D1-9B1BB74A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813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0.979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3B374B-8038-4205-939E-2A3453A5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9908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0.999 GPT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A3FC8D-D6F8-4A96-B94A-24912AAC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2 token accuracy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ACE9BC-A254-4C2C-BAA9-84A7E4C6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1950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A21CFC-F4CE-4EA4-818E-02FADBCA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195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F845AA-57D9-40BC-A9AA-5DC31F60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2905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050884-07D4-4C0F-A752-D9B2F7F2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29050"/>
            <a:ext cx="1219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53C538-34BD-409D-961F-0943621E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59092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0.164 baseline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CE0E2A-AEE0-4F5D-B5F1-5D7DEED3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8004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0.387 GPT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B8469C-F86D-4AD2-BFA7-F17FB745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0075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2 block accuracy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60AE6B-6382-4045-BF71-CA8A3DC1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29125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8CEFAB-176D-4EAF-B4B1-B320B3EC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29125"/>
            <a:ext cx="1733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A87BF6-E82C-457C-917D-5CC9795E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38675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51689F-FD17-49C0-B2E1-5BC3B9C7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38675"/>
            <a:ext cx="190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251656-D3E5-496C-B5EC-327EB75D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005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0.551 baseline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D0598D-5972-458F-935B-147DED4E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10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0.605 GPT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C1ACE6-6854-4156-9D2E-541FA010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143125"/>
            <a:ext cx="30003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EF5823-462C-434F-AD0D-85D10915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9825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 quality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0B8E61-B875-4BA0-9FAF-FE05F264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86075"/>
            <a:ext cx="238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NED drops from 0.336 to 0.263. Exact match stays low because one optional process choice can make a long sequence textually different while still close.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FF3F89-5FA4-4899-ABA1-2DBE843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48125"/>
            <a:ext cx="30003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DFF5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4126F4-2769-452A-A4D2-7D59B612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24350"/>
            <a:ext cx="2428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Task 3: F1, ROC-AUC, rule attribution = 1.00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92026F-CB00-46F1-993A-64C22904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4408653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5E9374-511C-4B5F-9AEC-344F2177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A9C96E-B8BF-4452-85C7-9442F279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Same prefix, different model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222F3-57AB-4C7F-B792-AAE1AA4C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 real self-eval MOSFET prefix at the 80% cut.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AC1EA-9027-46F0-9470-5BD82444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33C08-2AFB-4DBB-8DCD-5D1AB55E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6F2DA-58FA-4C1C-9A39-09004FE7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9477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Prefix tail: DEPOSIT PASSIVATION | CURE PASSIVATION | MEASURE PASSIVATION QUALITY | OPEN PAD WINDOW | OPEN PAD WINDOW LITHO | DEVELOP PHOTORESIST | PASSIVATION ETCH PAD OPENING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47A06-3910-4BA8-BF72-F9503DF7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14625"/>
            <a:ext cx="3143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82504-DC55-4484-B6DB-E56DB7F2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47975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Ground truth next step</a:t>
            </a:r>
          </a:p>
          <a:p xmlns:a="http://schemas.openxmlformats.org/drawingml/2006/main">
            <a:pPr algn="l">
              <a:defRPr sz="13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STRIP PHOTORESIST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FBE8E4-469B-48A7-8F86-130B1704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44291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3E157-4B5E-4768-8344-8D99E60D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386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N-gram baseline top-5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1D445-CCB4-4E2A-B3FF-D4698DFF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91050"/>
            <a:ext cx="361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STRIP RESIST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STRIP PHOTORESIST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DEVELOP PHOTORESIST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4. SOFT BAKE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5. SPIN COAT PHOTORESIST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393884-D672-434F-B5D3-0398B7E0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44291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1671F7-26DA-413F-8017-AEB9E672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2386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Trained GPT top-5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B31C9-2D8A-4561-9B9E-0F9608CB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591050"/>
            <a:ext cx="361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STRIP PHOTORESIST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STRIP RESIST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STRIP RESIST LEVEL 2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4. FINAL CLEAN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5. OPEN PAD WINDOW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1886BE-3A32-4196-9A3D-52021667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243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BABC06-7822-49D8-A66D-DB841DF4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6197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GPT puts the exact next step at rank 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90092D-62D1-4859-A6BA-6D758471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4215367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EBED29-2230-4B98-A528-C4D04D6C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232D4-F3C7-4317-857E-B61A1321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Reproducible on a laptop or Leonardo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B9640-D9AB-4338-A4E9-A032C2FF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repository contains the checkpoint, loss curve, scorer outputs, and exact commands.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34126-FCDE-48E7-94C0-56E340E7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0D4C68-BB59-4300-9F30-889C1693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242887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8E038-6D3A-4647-86F0-63736420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76475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MacBook M4 Pro</a:t>
            </a:r>
          </a:p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MPS auto-detected</a:t>
            </a:r>
          </a:p>
          <a:p xmlns:a="http://schemas.openxmlformats.org/drawingml/2006/main">
            <a:pPr algn="l">
              <a:defRPr sz="11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checkpoint trained locally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FBB51-E378-46BB-B836-F2ED5092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86050"/>
            <a:ext cx="85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3A5B8-5031-459A-B1B1-6B75D00C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6384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B2B87-E0E7-4FBB-A56D-7AACD4C4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43125"/>
            <a:ext cx="242887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D5FDB-B745-4AD4-BE6B-DF803A23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276475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Same scripts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train.py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eval_runner.py</a:t>
            </a:r>
          </a:p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score_selfeval.py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E38E4-EF31-4D55-AA66-01080061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86050"/>
            <a:ext cx="85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FE2DF-5431-40B6-9886-03A77983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384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048B90-7133-4645-8AC9-3444DCB3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242887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4C1175-AB7B-4054-A70D-8B66B0F8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76475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Leonardo</a:t>
            </a:r>
          </a:p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CUDA auto-detected</a:t>
            </a:r>
          </a:p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job.slurm for A100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C0B731-5C60-4FFA-B1EC-8E60405B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95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4A8A8B-4EB9-46EC-8298-169068AE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Submission-readiness checklist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6D080C-DBAF-4B0D-9B00-FFF01616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80060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82BF1-4EF4-4944-9E09-08F1E4E1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762500"/>
            <a:ext cx="2333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Public GitHub repository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DFB87A-175B-4155-8E43-357C4566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0060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BBDEB-8C4D-4E71-ACF8-9E9A4C6B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762500"/>
            <a:ext cx="2333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MIT license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239CFF-D095-4029-9154-A3D564CE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80060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6DB0F8-F469-480C-8877-5C3EEA4E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762500"/>
            <a:ext cx="2333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REPORT.md and requirements.txt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FC428B-58B4-48F4-910E-4F2D2484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244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AEE0E4-8397-412D-AFB7-6737A10B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5086350"/>
            <a:ext cx="2333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Official-format CSV IDs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3CF6A9-3EB6-4A8F-86BF-D15B842E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244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C80A1B-ABA4-477D-B91D-062E2707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086350"/>
            <a:ext cx="2333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 official eval sequences used for training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5A5DBF-01C4-4402-B900-76828138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5511583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0BFB2F-F13F-4B1C-8607-E587E881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F2FFF-88CF-4875-B6F7-DBDCD8AE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What we would trust in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9F5F4-396F-487C-85D5-A268450B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Learned process probabilities, explicit rules, and measured OOD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6D466-7A8F-444D-8DE7-DA7A08A0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F012CB-81FC-4F71-8CF9-9E260E5B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AF69E7-F081-406B-96DB-0D3FE4DC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81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0.999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B1803-10D8-4CDC-A714-26EEAE8A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Next-step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4FE81-2539-49E2-8B97-370F46C5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09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OOD Top-5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1684D-7DCD-4A67-99C4-D08D5027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09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70477-EC14-4056-AD32-CCD09C2E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981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0.263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A175F-4A3D-4976-A8DC-9E9410DF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409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25065-6DE6-4249-899F-F51DBEC6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609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self-eval 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7DD4C-24AA-4C9B-B884-361F09CF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09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842196-656E-4499-BC14-08666514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81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1.00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A3CEF-F8E9-412C-8450-4CE7C87C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409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Anomaly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D315D-4B69-49E1-92B3-8B935D6B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609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F1 +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E81A41-838F-4833-B12E-CE17A4F5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36D920-CF24-47C9-85A8-C60B575F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9812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7A63D5-E49A-4799-AE0C-1715F1A1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4098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Families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F2E27C-0E82-4D3C-A3D9-6F5538C1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6098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12 train / 3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455D39-AA91-4104-B472-8C0A33B8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67125"/>
            <a:ext cx="8191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547E0-3024-4845-AE2C-29025270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52875"/>
            <a:ext cx="7429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Kremsians built this as a full benchmark, not just a single CSV: baseline, trained model, OOD protocol, official scorer reports, checkpoint, and demo are all in the repository.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46F04B-A531-4357-A86F-B10896BD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219700"/>
            <a:ext cx="514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Next engineering step: validator-guided beam search for completion.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FCB34A-D2E5-48ED-AEDA-6F693AB3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Team Kremsians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6719121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2026-05-31T06:59:20.2080000Z</dcterms:created>
  <dcterms:modified xsi:type="dcterms:W3CDTF">2026-05-31T06:59:20.2080000Z</dcterms:modified>
</coreProperties>
</file>